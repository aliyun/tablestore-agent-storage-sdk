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SDK fixture: Cedar code 4827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SDK acceptance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